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⚡  Procurement
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Bryair Asia  ·  Multi-Warehouse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The Problem We're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25880"/>
            <a:ext cx="116128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743200" cy="292608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64008" cy="2926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Fragmented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ERP exports, spreadsheets, email — no single source of truth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Hours spent compiling reports that are stale by the time they land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463040"/>
            <a:ext cx="2743200" cy="292608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0128" y="1463040"/>
            <a:ext cx="64008" cy="2926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727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Production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No early warning when materials fall below safety stock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Shortages discovered after the line has stopped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463040"/>
            <a:ext cx="2743200" cy="292608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463040"/>
            <a:ext cx="64008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727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Capital 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Excess stock in some warehouses, shortfalls in others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No visibility into how much working capital can be freed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1463040"/>
            <a:ext cx="2743200" cy="292608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864" y="1463040"/>
            <a:ext cx="64008" cy="2926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15727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Supplier Blindspot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Sole-sourced, high-value materials not tracked systematically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Risk surfaces only after a disruption occurs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 single platform for all procurement intelligence — across all 4 plants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116128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103120" cy="21945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1031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9659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🏠 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514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Real-time dashboard
for all warehouses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1828800"/>
            <a:ext cx="2103120" cy="21945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79" y="1828800"/>
            <a:ext cx="21031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7" y="19659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🎯 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7" y="2514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Critical alerts, TBO
orders &amp; suppliers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828800"/>
            <a:ext cx="2103120" cy="21945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828800"/>
            <a:ext cx="21031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9659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📦  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514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Stock by plant,
ABC classification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19" y="1828800"/>
            <a:ext cx="2103120" cy="21945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19" y="1828800"/>
            <a:ext cx="21031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7" y="19659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🔮  Forecast &amp; 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7" y="2514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Safety stock optimizer,
3-yr demand trends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1828800"/>
            <a:ext cx="2103120" cy="21945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1828800"/>
            <a:ext cx="21031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2368" y="19659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🤖  AI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514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Natural-language queries
&amp; PR drafting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Runs in any web browser  ·  No software installation for end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Live Overview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Real-time across all warehouses — filterable per plant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116128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651760" cy="164592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6400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Stock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1488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Total inventory value
across all plants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554480"/>
            <a:ext cx="2651760" cy="164592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554480"/>
            <a:ext cx="64008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To Be Ordered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1488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Materials queued for
purchase approval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54480"/>
            <a:ext cx="2651760" cy="164592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554480"/>
            <a:ext cx="64008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Pending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1488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Open PO pipeline
value &amp;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554480"/>
            <a:ext cx="2651760" cy="164592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554480"/>
            <a:ext cx="6400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4272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Allocations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1488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Materials reserved
for 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Automatic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840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🚨  Critical materials — below safety stock, no PO placed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389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⚠️   Materials queued for ordering — total value &amp; 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937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ℹ️    Pending order pipeline — track lead times and deliveries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Critical Materials &amp; TBO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Know what to order, when, and from whom — before production is affected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116128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394960" cy="393192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4008" cy="3931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🚨  Critical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0312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Below safety stock AND no purchase order in place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Sorted by gap severity (worst first)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Shows supplier, warehouse, and shortage quantity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Each day of delay = increased production stoppage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54480"/>
            <a:ext cx="5669280" cy="393192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554480"/>
            <a:ext cx="64008" cy="3931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66420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🛒  To-Be-Ordered (TBO)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10312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System calculates exact order quantities per material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Grouped by supplier for consolidation efficiency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Shows total order value and unit pricing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Formula: TBO = Safety Stock − (Stock + Pending − Allocations)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Supplier Risk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Understand exposure before disruption hits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116128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560320" cy="12801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56032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Diversify urgently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560320" cy="12801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55448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48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Review &amp; monitor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554480"/>
            <a:ext cx="2560320" cy="12801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554480"/>
            <a:ext cx="2560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148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Standard monitoring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554480"/>
            <a:ext cx="2560320" cy="12801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554480"/>
            <a:ext cx="25603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148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Stable — routine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Risk Score Factors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2044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40%  →  Sole-sourced A-class materials (highest-value, single supplier)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0873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30%  →  Spend concentration (% of total TBO value with that supplier)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54296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20%  →  Lead-time variability (inconsistent delivery windows)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2122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10%  →  Warehouse coverage (breadth of supply across plants)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Safety Stock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Right-size inventory buffers — free capital or reduce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116128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394960" cy="411480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4008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💰  Capital &amp; Risk Optimisation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0312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Compare current SS vs. statistically optimal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Choose service level: 95%  /  98%  /  99%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See exact ₹ releasable from overstocked items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See ₹ at risk from understocked items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Broken down by ABC class (A / B / 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54480"/>
            <a:ext cx="5669280" cy="411480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554480"/>
            <a:ext cx="64008" cy="411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66420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🔮  Forecast &amp; Trend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10312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3-year actual consumption per material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Demand forecast for the coming year (±2σ band)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Lead-time and volatility factored into the model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Drill into any material for a full breakdown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Z-class (highly volatile) items flagged with caveats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Plain-English questions → instant answers from live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116128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474720" cy="10515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📊 Data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"Top 20 materials by stock value in P9"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474720" cy="10515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🛡️ Supplier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"Risk profile of [Supplier Name]"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3474720" cy="10515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🔮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"Forecast demand for material 48060 next year"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3474720" cy="10515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88920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🛒 Safety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"Optimal safety stock at 99% service level"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788920"/>
            <a:ext cx="3474720" cy="10515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788920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📝 Draft Purchase Req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246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"Draft PRs for the top 3 critical 21C items"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788920"/>
            <a:ext cx="3474720" cy="105156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788920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📊 Cross-plant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246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"Compare P9 vs 21C safety stock compliance"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1148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</a:rPr>
              <a:t>✔  Conversation memory across turns  ·  ✔  Download draft PRs as Excel  ·  ✔  No report writing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25880"/>
            <a:ext cx="116128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77724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9144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✔  Prevent Production Stoppages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7373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Critical alerts before the line stops — not 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50592"/>
            <a:ext cx="11247120" cy="77724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50592"/>
            <a:ext cx="914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✔  Free Working Capital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3347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Right-size safety stock, release trapped inventory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46704"/>
            <a:ext cx="11247120" cy="77724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46704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8386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✔  Reduce Supplier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52958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Know your sole-source exposure before disruption hits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42816"/>
            <a:ext cx="11247120" cy="77724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42816"/>
            <a:ext cx="9144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7997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✔  Faster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42569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Seconds via AI, not hours of ERP report pulling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38928"/>
            <a:ext cx="11247120" cy="777240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138928"/>
            <a:ext cx="9144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7608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✔  Full Multi-Plant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3218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All 4 plants (419 AT, 419 PD, 21C, P9) in one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25880"/>
            <a:ext cx="116128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804672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02920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0D18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45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Full walkthrough with Bryair Asia's live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0592"/>
            <a:ext cx="11247120" cy="804672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50592"/>
            <a:ext cx="50292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334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0D18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42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Prioritise Use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33472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Agree top 3 workflows to track from Day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46704"/>
            <a:ext cx="11247120" cy="804672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46704"/>
            <a:ext cx="502920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0D18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381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Define KPI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29584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Service level, turnover ratio, SS compliance thresholds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42816"/>
            <a:ext cx="11247120" cy="804672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42816"/>
            <a:ext cx="502920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2569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0D18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342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Data Refresh 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2569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Agree how often the database is rebuilt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38928"/>
            <a:ext cx="11247120" cy="804672"/>
          </a:xfrm>
          <a:prstGeom prst="rect">
            <a:avLst/>
          </a:prstGeom>
          <a:solidFill>
            <a:srgbClr val="0E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38928"/>
            <a:ext cx="50292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2180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0D18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2303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Questions &amp; Discussion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32180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Open floor — feedback, gaps, priorities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